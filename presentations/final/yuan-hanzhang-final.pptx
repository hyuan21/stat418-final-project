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418 · FINAL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NBA Playoff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Underperformance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game-level ML system with live API and web 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</a:rPr>
              <a:t>PRESENTED BY
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Hanzhang Yuan
</a:t>
            </a:r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</a:rPr>
              <a:t>DATE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June 2,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4160520"/>
            <a:ext cx="5623560" cy="2011680"/>
          </a:xfrm>
          <a:prstGeom prst="roundRect">
            <a:avLst>
              <a:gd name="adj" fmla="val 4545"/>
            </a:avLst>
          </a:prstGeom>
          <a:solidFill>
            <a:srgbClr val="2A3B7B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4251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</a:rPr>
              <a:t>LIVE DEPLOYED SERVICES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457200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Web App 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(Streamlit Cloud)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stat418-final-project-stnrtix9jwpgzt5m6cfhfy
.streamlit.app
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REST API 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(Google Cloud Run)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nba-playoff-api-803317660037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.us-central1.run.app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 / 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Some Stars Fade in the Playoffs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 · Hanzhang Yuan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 / 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6400800" cy="178308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Given only data available before tip-off, can we predict whether an NBA player will underperform their regular-season Game Score baseline in a specific playoff game?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Playoff basketball is a different game.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Defensive intensity rises, rotations shrink from 10 to 8 players, and opposing coaches scout individual tendencies. Quantifying fade-risk before tip-off has real value for fans, analysts, and front offices.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KEY OBJECTIVES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Build a real ML pipeline (scrape → features → model → API → App) 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Deploy a usable system 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Be honest about results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14173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</a:rPr>
              <a:t>PROBLEM TYPE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0" y="1828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Binary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86384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Underperform yes / 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288036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</a:rPr>
              <a:t>UNIT OF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3291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Player-game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863840" y="3749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Not player-season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80960" y="43434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4480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</a:rPr>
              <a:t>DATA RANGE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47548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22 seasons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863840" y="5212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2003-04 to 2024-25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· 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22 Seasons of NBA Box Scores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 · Hanzhang Yuan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NBA Stats API via nba_api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Player game logs (regular + playoff) and team advanced stats for 2003-04 through 2024-25.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PREPROCESSING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27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1. Scrape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48840" y="3127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1.2s rate limit + 5-retry backoff + disk cache (resumable)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758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2. Parse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3675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JSON → Parquet with Hollinger Game Score computed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245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3. Aggregate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48840" y="4224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Per-season per-player + per-team-defense stats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4. Engineer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48840" y="47731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45 features, z-scored, expanding window for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41732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554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</a:rPr>
              <a:t>REQUESTS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182880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~25,000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49440" y="1965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across 22 seasons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251460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6517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</a:rPr>
              <a:t>PLAYER-GAMES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292608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575,801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49440" y="3063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regular + playoff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361188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7490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</a:rPr>
              <a:t>MODELING SET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402336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30,189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949440" y="4160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filtered playoff rows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53212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60527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CHALLENGES SOLVED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58338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Era drift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per-season z-score    |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Connection resets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nba_api 1.11 + retry/backoff    |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Heteroskedastic baselines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relative 20% threshold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·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45 Features, Strict Time Split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 · Hanzhang Yuan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MODELS COMPARED (held-out 2023-25 test set)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Test AUC: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0.650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F1: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0.638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7373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874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MID-TIER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Test AUC: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0.650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F1: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0.621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874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PRIMARY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XGBoost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Test AUC: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0.649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F1: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0.632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Optuna 50 trials · TimeSeriesSplit CV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TOP SHAP FEATURES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game's Game Score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4087368"/>
            <a:ext cx="243230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98464" y="4023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0.19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4074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game (z)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4471416"/>
            <a:ext cx="153619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44074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0.12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79145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away indicator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4855464"/>
            <a:ext cx="102412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47914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0.08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1755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playoff fade rate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0" y="5239512"/>
            <a:ext cx="102412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51755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0.08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5559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home-playoff GS average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0" y="5623560"/>
            <a:ext cx="64008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55595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0.05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45 FEATURES · 6 FAMILIES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4023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269480" y="40416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A. Player regular-season baseline (15)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0" y="433425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69480" y="43525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B. Player playoff history (10)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40880" y="46451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269480" y="4663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C. Game context (8)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49560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269480" y="49743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D. Opponent strength (5)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40880" y="526694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269480" y="52852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E. Player × opponent matchup (4)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40880" y="5577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269480" y="55961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F. In-series momentum (3)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" y="5989320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" y="6035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Train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2003-2020   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Val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2021-23   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Test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2023-25   ·   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AUC 0.65 meets pre-registered acceptance threshold 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 · Hanzhang Yuan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 / 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</a:rPr>
              <a:t>USER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WEB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Browser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07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HTTPS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2377440"/>
            <a:ext cx="4114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71800" y="155448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STREAMLIT 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Streamlit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718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Community 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Replay + What-if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2377440"/>
            <a:ext cx="4114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074920" y="20574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155448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FLASK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Google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Cloud Run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/predict + Swagger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26680" y="2377440"/>
            <a:ext cx="4114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83880" y="155448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XGBOOST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8388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model.pkl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8388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 feature lookup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8388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45 features · SHAP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332720" y="237744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241280" y="20574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trained 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789920" y="1554480"/>
            <a:ext cx="777240" cy="164592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0" y="210312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NBA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3566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38862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Data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834640" y="388620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nba_api · pandas · pyarrow (Parquet)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42153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Modeling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834640" y="421538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scikit-learn · XGBoost · Optuna · SHAP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544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Backend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34640" y="45445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Flask + flask-restx · gunicorn · marshmallow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48737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Frontend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834640" y="487375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Streamlit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52029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Container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834640" y="5202936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Docker · docker-compose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55321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834640" y="553212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Google Cloud Run · Streamlit Community Cloud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58613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CI / CD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834640" y="5861304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GitHub Actions · pytest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" y="6263640"/>
            <a:ext cx="10972800" cy="0"/>
          </a:xfrm>
          <a:prstGeom prst="round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 ·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 · Replay &amp; What-if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 · Hanzhang Yuan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 / 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17320"/>
            <a:ext cx="164592" cy="4023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REPLAY MODE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Real game · Model vs reality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Pick any actual playoff game from 2023-24 or 2024-25. The model produces its pre-game prediction; the app then shows what really happened.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</a:rPr>
              <a:t>FEATURES: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63016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Cascading dropdowns: season → player → opponent → game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95020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Player list restricted to actual playoff participants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427024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Opponent list restricted to that player's real matchups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45902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Side-by-side model prediction vs actual Game Score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892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49103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Green/red badge: "Model called it correctly?"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41732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417320"/>
            <a:ext cx="164592" cy="402336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CC15"/>
                </a:solidFill>
              </a:rPr>
              <a:t>WHAT-IF MODE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 the future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22402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Pick any player, any opponent, any series situation. Use 2025-26 regular-season stats to predict playoffs that haven't happened yet, or ask hypothetical questions.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CC15"/>
                </a:solidFill>
              </a:rPr>
              <a:t>FEATURES: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6118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</a:rPr>
              <a:t>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363016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Any player from 5,126 in the lookup table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931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</a:rPr>
              <a:t>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395020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Any of 30 NBA teams as opponent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4251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</a:rPr>
              <a:t>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20840" y="427024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Hypothetical matchups (Jokic vs 1996 Bulls)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4572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</a:rPr>
              <a:t>▸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45902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2025-26 ongoing playoff prediction with current stats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4892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</a:rPr>
              <a:t>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20840" y="49103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Advanced sliders to override player stats for what-ifs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SHARED FEATURES (BOTH MODES)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585216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8795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Probability + risk badge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" y="605332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172A"/>
                </a:solidFill>
              </a:rPr>
              <a:t>% chance + color-coded risk level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89120" y="585216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58795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Predicted Game Score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26280" y="605332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172A"/>
                </a:solidFill>
              </a:rPr>
              <a:t>Expected vs RS average, with delta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138160" y="585216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75320" y="58795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Top 3 SHAP factors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75320" y="605332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172A"/>
                </a:solidFill>
              </a:rPr>
              <a:t>Plain-English explanations of risk drivers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AI Assistants, Lessons,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Predicting NBA Playoff Underperformance · Hanzhang Yuan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TOP TECHNICAL CHALLENGES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9144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4708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Data leakage in expanding-window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1671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</a:rPr>
              <a:t>Wrote 7 pytest assertions BEFORE the pipeline → caught 2 real bugs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651760"/>
            <a:ext cx="9144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1576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nba_api connection resets from corporate network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0358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</a:rPr>
              <a:t>Upgraded to nba_api 1.11+ with patched headers + retry/backoff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20440"/>
            <a:ext cx="9144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58444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Heteroskedastic Game Score baselines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9044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</a:rPr>
              <a:t>Relative 20% threshold + 1.0 GS floor → +3.8 pp test AUC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389120"/>
            <a:ext cx="9144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5312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API returning identical predictions for all inputs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7731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</a:rPr>
              <a:t>Recompute series-momentum from real games 1..N-1 at lookup 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AI ASSISTANTS IN DEVELOPMENT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178308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</a:rPr>
              <a:t>Claude (primary)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2148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Architecture brainstorming · code scaffolding · debugging the no-leakage pipeline · slide design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HIGHEST-VALUE INTERACTION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5204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Surfacing that the proposal's target definition (absolute 1.0 GS threshold) was statistically wrong → switching to relative 20% threshold added 3.8 pp test AUC.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</a:rPr>
              <a:t>WHERE AI OUTPUT NEEDED HEAVY MODIFICATION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4800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First version of feature_lookup returned NaN for nearly every feature, producing identical predictions across all inputs. Required complete rewrite to base lookups on the real training table.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66928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760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CC15"/>
                </a:solidFill>
              </a:rPr>
              <a:t>KEY LESSON: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Problem definition (+3.8 pp) mattered more than model choice (~0.1 pp).   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6035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CC15"/>
                </a:solidFill>
              </a:rPr>
              <a:t>FUTURE WORK: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scheduled weekly scrape · injury features · series-level model · 2025-26 in-progress predictions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2026-06-01T07:19:58Z</dcterms:created>
  <dcterms:modified xsi:type="dcterms:W3CDTF">2026-06-01T07:19:58Z</dcterms:modified>
</cp:coreProperties>
</file>