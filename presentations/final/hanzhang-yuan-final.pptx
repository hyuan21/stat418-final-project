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418 · FINAL PROJECT · JUNE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NBA Playoff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Underperformance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game-level machine-learning system with live API and web app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</a:rPr>
              <a:t>PRESENTED BY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Hanzhang Yuan
</a:t>
            </a:r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</a:rPr>
              <a:t>DATE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June 4, 2026
</a:t>
            </a:r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Sports Analytics  ×  Machine Learning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 / 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Some Stars Fade in the Playoffs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Predicting NBA Playoff Underperformance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 / 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6400800" cy="164592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00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</a:rPr>
              <a:t>THE 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Given only data available before tip-off, will a given NBA player underperform their regular-season Game Score baseline in this specific playoff game?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Tighter defenses ·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Targeted scouting ·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Shorter rotations
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Some stars rise; others fade. Quantifying fade-risk before a series starts has real value for fans, analysts, and front offices.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80960" y="146304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</a:rPr>
              <a:t>PROBLEM TYPE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0" y="1874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Binary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863840" y="2331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Underperform yes / no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80960" y="288036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3017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</a:rPr>
              <a:t>UNIT OF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63840" y="3291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Player-game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863840" y="3749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Not player-season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80960" y="429768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4434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</a:rPr>
              <a:t>DATA RANGE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63840" y="47091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22 seasons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863840" y="5166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2003-04 to 2024-25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· PREPROCESSING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22 Seasons of NBA Box Scores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Predicting NBA Playoff Underperformance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 /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DATA SOURCE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NBA Stats API via the nba_api Python wrapper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Player game logs and team advanced stats for 2003-04 through 2024-25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SCRAPING PIPELINE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5760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81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1. nba_api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30815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rate-limited 1.2 s/req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5760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301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2. Raw JSON cache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36301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data/raw/, resumable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5760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1788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3. parse_raw.py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41788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→ Parquet, Game Score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5760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274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4. league_norms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91840" y="47274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per-season μ, σ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80960" y="146304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</a:rPr>
              <a:t>API REQUESTS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6384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~25,000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86384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across 22 seasons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80960" y="269748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</a:rPr>
              <a:t>SCRAPE TIME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86384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~7 hours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786384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one-time, overnight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80960" y="393192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0" y="4069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</a:rPr>
              <a:t>PLAYER-GAMES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63840" y="4343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~280,000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7863840" y="4617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regular + playoff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80960" y="516636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5303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</a:rPr>
              <a:t>MODELING SET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863840" y="5577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~45,000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7863840" y="5852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playoff-only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·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Models, 45 Features, Strict Time Split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Predicting NBA Playoff Underperformance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4 /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MODELS COMPARED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745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</a:rPr>
              <a:t>BASELINE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Logistic Regression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</a:rPr>
              <a:t>Interpretable; sets floor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73736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8745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</a:rPr>
              <a:t>MID-TIER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21031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Random Forest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2606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</a:rPr>
              <a:t>Non-linear interactions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173736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8745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</a:rPr>
              <a:t>PRIMARY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03920" y="21031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XGBoost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0" y="2606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</a:rPr>
              <a:t>SOTA on tabular data; Optuna-tuned 50 trials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EVALUATION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88620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Primary: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ROC-AUC (threshold-free)
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Secondary: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Accuracy · Precision · Recall · F1
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Sliced: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by series_game_number and player tier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STRICT TIME-ORDERED SPLIT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023360"/>
            <a:ext cx="246888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TRAIN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4343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2003-21 (18 seasons)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15400" y="4023360"/>
            <a:ext cx="1371600" cy="8229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06840" y="4069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VAL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006840" y="4343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2021-23 (2 sns)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332720" y="4023360"/>
            <a:ext cx="137160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0" y="4069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TEST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424160" y="4343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2023-25 (2 sns)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4937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C2626"/>
                </a:solidFill>
              </a:rPr>
              <a:t>Important: TimeSeriesSplit CV, never random k-fold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566928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Information lock at tip-off: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every feature is verified against future-data leakage by 7 hard pytest assertions in tests/test_no_leakage.py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System: API + App + Cloud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Predicting NBA Playoff Underperformance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 /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</a:rPr>
              <a:t>USER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3716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WEB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Browser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Instructor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classmates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57400" y="2651760"/>
            <a:ext cx="41148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60320" y="1828800"/>
            <a:ext cx="2286000" cy="1645920"/>
          </a:xfrm>
          <a:prstGeom prst="roundRect">
            <a:avLst>
              <a:gd name="adj" fmla="val 555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STREAMLIT APP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2286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Streamlit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Community Cloud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06040" y="2971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Player picker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SHAP factors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2651760"/>
            <a:ext cx="41148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94960" y="1828800"/>
            <a:ext cx="2286000" cy="1645920"/>
          </a:xfrm>
          <a:prstGeom prst="roundRect">
            <a:avLst>
              <a:gd name="adj" fmla="val 555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FLASK API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0680" y="2286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Google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Cloud Run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2971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/predict + SHAP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Swagger /docs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26680" y="2651760"/>
            <a:ext cx="41148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229600" y="1828800"/>
            <a:ext cx="2286000" cy="1645920"/>
          </a:xfrm>
          <a:prstGeom prst="roundRect">
            <a:avLst>
              <a:gd name="adj" fmla="val 555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XGBoost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7532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model.pkl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75320" y="26974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45 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Lookup parquet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561320" y="2651760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10607040" y="1828800"/>
            <a:ext cx="1005840" cy="1645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07040" y="228600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NBA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424160" y="3611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trained 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4023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ENGINEERING QUALITY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3434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434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</a:rPr>
              <a:t>TESTS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" y="4709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25 unit tests · pytest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7240" y="5120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Game Score · leakage · API schemas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29000" y="43434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4434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</a:rPr>
              <a:t>CI / CD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66160" y="4709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GitHub Actions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66160" y="5120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Auto-test on PR · Cloud Run deploy on main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43434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4434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</a:rPr>
              <a:t>DOCKER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55080" y="4709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docker-compose.yml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355080" y="5120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Reviewers run full stack locally in one cmd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006840" y="43434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0" y="4434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</a:rPr>
              <a:t>DOCS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144000" y="4709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Swagger UI + README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144000" y="5120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Auto-generated API docs at /docs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WALKTHROUGH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Walkthrough: Select a Player → Get Risk + Explanation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Predicting NBA Playoff Underperformance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 /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SIMPLE MODE — 5 INPUTS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65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ADCFC"/>
                </a:solidFill>
              </a:rPr>
              <a:t>PLAYER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2240280"/>
            <a:ext cx="48463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2585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Luka Dončić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ADCFC"/>
                </a:solidFill>
              </a:rPr>
              <a:t>OPPONENT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2880360"/>
            <a:ext cx="48463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8986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Boston Celtics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ADCFC"/>
                </a:solidFill>
              </a:rPr>
              <a:t>SEASON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520440"/>
            <a:ext cx="48463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5387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2024-25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886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ADCFC"/>
                </a:solidFill>
              </a:rPr>
              <a:t>SERIES GAME #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" y="4160520"/>
            <a:ext cx="48463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1788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4526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ADCFC"/>
                </a:solidFill>
              </a:rPr>
              <a:t>LOCATION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8680" y="4800600"/>
            <a:ext cx="48463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81888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Away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5166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ADCFC"/>
                </a:solidFill>
              </a:rPr>
              <a:t>SERIES SCORE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68680" y="5440680"/>
            <a:ext cx="48463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4589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2-2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RESULT — POWERED BY SHAP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73736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874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</a:rPr>
              <a:t>UNDERPERFORM PROBABILITY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21488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DC2626"/>
                </a:solidFill>
              </a:rPr>
              <a:t>67%</a:t>
            </a:r>
            <a:endParaRPr lang="en-US" sz="8000" dirty="0"/>
          </a:p>
        </p:txBody>
      </p:sp>
      <p:sp>
        <p:nvSpPr>
          <p:cNvPr id="31" name="Text 29"/>
          <p:cNvSpPr/>
          <p:nvPr/>
        </p:nvSpPr>
        <p:spPr>
          <a:xfrm>
            <a:off x="6492240" y="3108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</a:rPr>
              <a:t>HIGH RISK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379476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8862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</a:rPr>
              <a:t>TOP FACTORS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92240" y="4297680"/>
            <a:ext cx="292608" cy="27432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29768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58000" y="4251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Opponent defense is top of the league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515600" y="4251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+12%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92240" y="4709160"/>
            <a:ext cx="292608" cy="27432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470916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58000" y="4663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Historically weak in Game 5s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5156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+8%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92240" y="5120640"/>
            <a:ext cx="292608" cy="27432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512064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58000" y="5074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Away game adds risk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515600" y="5074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+5%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92240" y="5532120"/>
            <a:ext cx="292608" cy="27432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553212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58000" y="5486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Recent series momentum is positive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515600" y="5486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-4%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309360" y="6263640"/>
            <a:ext cx="5303520" cy="0"/>
          </a:xfrm>
          <a:prstGeom prst="round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·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Lessons, and What's Next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Predicting NBA Playoff Underperformance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7 /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BIGGEST CHALLENGES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10972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Hidden leakage in expanding-window features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1945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Solved by writing 7 pytest assertions BEFORE the pipeline; caught 2 real bugs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743200"/>
            <a:ext cx="10972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788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nba_api rate limiting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1546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Solved by 1.2 s/req throttle + exponential backoff + disk cache (resumable)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703320"/>
            <a:ext cx="10972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749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Era differences (2003 vs 2024)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114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Solved by per-season z-score normalization — one-line transformation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663440"/>
            <a:ext cx="10972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709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Heterogeneity across players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50749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Solved by encoding personal history (past_game1, past_game7, past_elim) as features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LESSONS LEARNED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1783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&gt;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75120" y="18013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Always express data-flow constraints (no leakage) as hard tests, not as comments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&gt;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75120" y="23042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Cache aggressively in long-running jobs — resumability turns 8-hour scrapes from terrifying to routine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2788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&gt;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75120" y="28072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Per-row SHAP explanations make a binary classifier feel like a tool, not a black box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3291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&gt;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75120" y="33101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Streamlit Community Cloud + Cloud Run is the fastest path from notebook → deployed service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571500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Next: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scheduled weekly scrape · injury features · direct GS regression · 2025-26 in-progress predictions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2026-05-28T23:30:41Z</dcterms:created>
  <dcterms:modified xsi:type="dcterms:W3CDTF">2026-05-28T23:30:41Z</dcterms:modified>
</cp:coreProperties>
</file>